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Archivo Black"/>
      <p:regular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ic/mkN/+7BsBLfw6yl7eRMXFzw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penSans-regular.fntdata"/><Relationship Id="rId16" Type="http://schemas.openxmlformats.org/officeDocument/2006/relationships/font" Target="fonts/ArchivoBlack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italic.fntdata"/><Relationship Id="rId6" Type="http://schemas.openxmlformats.org/officeDocument/2006/relationships/slide" Target="slides/slide1.xml"/><Relationship Id="rId18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jp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jp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jpg"/><Relationship Id="rId4" Type="http://schemas.openxmlformats.org/officeDocument/2006/relationships/image" Target="../media/image20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jpg"/><Relationship Id="rId4" Type="http://schemas.openxmlformats.org/officeDocument/2006/relationships/image" Target="../media/image15.jpg"/><Relationship Id="rId5" Type="http://schemas.openxmlformats.org/officeDocument/2006/relationships/image" Target="../media/image10.jp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jpg"/><Relationship Id="rId4" Type="http://schemas.openxmlformats.org/officeDocument/2006/relationships/image" Target="../media/image19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jpg"/><Relationship Id="rId4" Type="http://schemas.openxmlformats.org/officeDocument/2006/relationships/image" Target="../media/image17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jp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8203999" y="8311463"/>
            <a:ext cx="1880002" cy="946837"/>
          </a:xfrm>
          <a:custGeom>
            <a:rect b="b" l="l" r="r" t="t"/>
            <a:pathLst>
              <a:path extrusionOk="0"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8307156" y="1028700"/>
            <a:ext cx="1673687" cy="1485017"/>
          </a:xfrm>
          <a:custGeom>
            <a:rect b="b" l="l" r="r" t="t"/>
            <a:pathLst>
              <a:path extrusionOk="0" h="1485017" w="1673687">
                <a:moveTo>
                  <a:pt x="0" y="0"/>
                </a:moveTo>
                <a:lnTo>
                  <a:pt x="1673688" y="0"/>
                </a:lnTo>
                <a:lnTo>
                  <a:pt x="1673688" y="1485017"/>
                </a:lnTo>
                <a:lnTo>
                  <a:pt x="0" y="1485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2501603" y="3991700"/>
            <a:ext cx="13284794" cy="283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7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22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AGENDA</a:t>
            </a:r>
            <a:endParaRPr/>
          </a:p>
          <a:p>
            <a:pPr indent="0" lvl="0" marL="0" marR="0" rtl="0" algn="ctr">
              <a:lnSpc>
                <a:spcPct val="77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22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sp>
        <p:nvSpPr>
          <p:cNvPr id="93" name="Google Shape;93;p2"/>
          <p:cNvSpPr/>
          <p:nvPr/>
        </p:nvSpPr>
        <p:spPr>
          <a:xfrm>
            <a:off x="-706637" y="1559650"/>
            <a:ext cx="9125543" cy="7167700"/>
          </a:xfrm>
          <a:custGeom>
            <a:rect b="b" l="l" r="r" t="t"/>
            <a:pathLst>
              <a:path extrusionOk="0"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2"/>
          <p:cNvSpPr/>
          <p:nvPr/>
        </p:nvSpPr>
        <p:spPr>
          <a:xfrm>
            <a:off x="14799313" y="0"/>
            <a:ext cx="3488687" cy="1198840"/>
          </a:xfrm>
          <a:custGeom>
            <a:rect b="b" l="l" r="r" t="t"/>
            <a:pathLst>
              <a:path extrusionOk="0"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/>
          <p:nvPr/>
        </p:nvSpPr>
        <p:spPr>
          <a:xfrm>
            <a:off x="11123086" y="4079805"/>
            <a:ext cx="4490357" cy="4114800"/>
          </a:xfrm>
          <a:custGeom>
            <a:rect b="b" l="l" r="r" t="t"/>
            <a:pathLst>
              <a:path extrusionOk="0" h="4114800" w="4490357">
                <a:moveTo>
                  <a:pt x="0" y="0"/>
                </a:moveTo>
                <a:lnTo>
                  <a:pt x="4490357" y="0"/>
                </a:lnTo>
                <a:lnTo>
                  <a:pt x="4490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2"/>
          <p:cNvSpPr txBox="1"/>
          <p:nvPr/>
        </p:nvSpPr>
        <p:spPr>
          <a:xfrm>
            <a:off x="1604641" y="2439692"/>
            <a:ext cx="6531462" cy="785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Agenda pro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9323784" y="2062389"/>
            <a:ext cx="8611314" cy="1359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57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APLICATIVO DE AGENDAMENTO</a:t>
            </a:r>
            <a:endParaRPr/>
          </a:p>
          <a:p>
            <a:pPr indent="0" lvl="0" marL="0" marR="0" rtl="0" algn="ctr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57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VIA E-MAIL 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13368265" y="1352958"/>
            <a:ext cx="43210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02/10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sp>
        <p:nvSpPr>
          <p:cNvPr id="104" name="Google Shape;104;p3"/>
          <p:cNvSpPr/>
          <p:nvPr/>
        </p:nvSpPr>
        <p:spPr>
          <a:xfrm rot="-1465169">
            <a:off x="13343857" y="5283473"/>
            <a:ext cx="2359544" cy="1191382"/>
          </a:xfrm>
          <a:custGeom>
            <a:rect b="b" l="l" r="r" t="t"/>
            <a:pathLst>
              <a:path extrusionOk="0" h="1191382" w="2359544">
                <a:moveTo>
                  <a:pt x="0" y="0"/>
                </a:moveTo>
                <a:lnTo>
                  <a:pt x="2359544" y="0"/>
                </a:lnTo>
                <a:lnTo>
                  <a:pt x="2359544" y="1191382"/>
                </a:lnTo>
                <a:lnTo>
                  <a:pt x="0" y="1191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3"/>
          <p:cNvSpPr txBox="1"/>
          <p:nvPr/>
        </p:nvSpPr>
        <p:spPr>
          <a:xfrm>
            <a:off x="13203129" y="2872793"/>
            <a:ext cx="4323706" cy="69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código feito com linguagem python e usado a biblioteca flet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9828669" y="2125188"/>
            <a:ext cx="7203393" cy="785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codigo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03/10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14037660" y="4483267"/>
            <a:ext cx="3050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AMOSTRA DO CÓDIGO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15844129" y="6468277"/>
            <a:ext cx="2611028" cy="4114800"/>
          </a:xfrm>
          <a:custGeom>
            <a:rect b="b" l="l" r="r" t="t"/>
            <a:pathLst>
              <a:path extrusionOk="0" h="4114800" w="2611028">
                <a:moveTo>
                  <a:pt x="0" y="0"/>
                </a:moveTo>
                <a:lnTo>
                  <a:pt x="2611027" y="0"/>
                </a:lnTo>
                <a:lnTo>
                  <a:pt x="2611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3"/>
          <p:cNvSpPr/>
          <p:nvPr/>
        </p:nvSpPr>
        <p:spPr>
          <a:xfrm rot="10800000">
            <a:off x="13065945" y="-2509654"/>
            <a:ext cx="2611028" cy="4114800"/>
          </a:xfrm>
          <a:custGeom>
            <a:rect b="b" l="l" r="r" t="t"/>
            <a:pathLst>
              <a:path extrusionOk="0" h="4114800" w="2611028">
                <a:moveTo>
                  <a:pt x="0" y="0"/>
                </a:moveTo>
                <a:lnTo>
                  <a:pt x="2611027" y="0"/>
                </a:lnTo>
                <a:lnTo>
                  <a:pt x="2611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11" name="Google Shape;111;p3" title="cfd91de4-859f-4367-bef5-7176128b3fb3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0"/>
            <a:ext cx="12622259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cxnSp>
        <p:nvCxnSpPr>
          <p:cNvPr id="117" name="Google Shape;117;p4"/>
          <p:cNvCxnSpPr/>
          <p:nvPr/>
        </p:nvCxnSpPr>
        <p:spPr>
          <a:xfrm>
            <a:off x="-585133" y="8805859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4"/>
          <p:cNvCxnSpPr/>
          <p:nvPr/>
        </p:nvCxnSpPr>
        <p:spPr>
          <a:xfrm>
            <a:off x="-585133" y="9334500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4"/>
          <p:cNvSpPr/>
          <p:nvPr/>
        </p:nvSpPr>
        <p:spPr>
          <a:xfrm>
            <a:off x="2700325" y="-44417"/>
            <a:ext cx="1672526" cy="702461"/>
          </a:xfrm>
          <a:custGeom>
            <a:rect b="b" l="l" r="r" t="t"/>
            <a:pathLst>
              <a:path extrusionOk="0" h="702461" w="1672526">
                <a:moveTo>
                  <a:pt x="0" y="0"/>
                </a:moveTo>
                <a:lnTo>
                  <a:pt x="1672525" y="0"/>
                </a:lnTo>
                <a:lnTo>
                  <a:pt x="1672525" y="702460"/>
                </a:lnTo>
                <a:lnTo>
                  <a:pt x="0" y="702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4"/>
          <p:cNvSpPr/>
          <p:nvPr/>
        </p:nvSpPr>
        <p:spPr>
          <a:xfrm rot="10800000">
            <a:off x="15361151" y="-3745737"/>
            <a:ext cx="2926849" cy="4612512"/>
          </a:xfrm>
          <a:custGeom>
            <a:rect b="b" l="l" r="r" t="t"/>
            <a:pathLst>
              <a:path extrusionOk="0" h="4612512" w="2926849">
                <a:moveTo>
                  <a:pt x="0" y="0"/>
                </a:moveTo>
                <a:lnTo>
                  <a:pt x="2926849" y="0"/>
                </a:lnTo>
                <a:lnTo>
                  <a:pt x="2926849" y="4612512"/>
                </a:lnTo>
                <a:lnTo>
                  <a:pt x="0" y="46125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4"/>
          <p:cNvSpPr/>
          <p:nvPr/>
        </p:nvSpPr>
        <p:spPr>
          <a:xfrm>
            <a:off x="15218367" y="1877882"/>
            <a:ext cx="10071266" cy="5916869"/>
          </a:xfrm>
          <a:custGeom>
            <a:rect b="b" l="l" r="r" t="t"/>
            <a:pathLst>
              <a:path extrusionOk="0" h="5916869" w="10071266">
                <a:moveTo>
                  <a:pt x="0" y="0"/>
                </a:moveTo>
                <a:lnTo>
                  <a:pt x="10071266" y="0"/>
                </a:lnTo>
                <a:lnTo>
                  <a:pt x="10071266" y="5916869"/>
                </a:lnTo>
                <a:lnTo>
                  <a:pt x="0" y="5916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/>
          <p:nvPr/>
        </p:nvSpPr>
        <p:spPr>
          <a:xfrm>
            <a:off x="426194" y="1877882"/>
            <a:ext cx="14792173" cy="5916869"/>
          </a:xfrm>
          <a:custGeom>
            <a:rect b="b" l="l" r="r" t="t"/>
            <a:pathLst>
              <a:path extrusionOk="0" h="5916869" w="14792173">
                <a:moveTo>
                  <a:pt x="0" y="0"/>
                </a:moveTo>
                <a:lnTo>
                  <a:pt x="14792173" y="0"/>
                </a:lnTo>
                <a:lnTo>
                  <a:pt x="14792173" y="5916869"/>
                </a:lnTo>
                <a:lnTo>
                  <a:pt x="0" y="5916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4"/>
          <p:cNvSpPr txBox="1"/>
          <p:nvPr/>
        </p:nvSpPr>
        <p:spPr>
          <a:xfrm>
            <a:off x="1028700" y="402063"/>
            <a:ext cx="7279037" cy="785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trello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14382445" y="981075"/>
            <a:ext cx="28768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04/10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1028700" y="1299210"/>
            <a:ext cx="88233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novas informaçoes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4138079" y="8847451"/>
            <a:ext cx="11080287" cy="41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https://trello.com/b/7hFNLd6m/trabalho-para-engenharia-de-software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grpSp>
        <p:nvGrpSpPr>
          <p:cNvPr id="132" name="Google Shape;132;p5"/>
          <p:cNvGrpSpPr/>
          <p:nvPr/>
        </p:nvGrpSpPr>
        <p:grpSpPr>
          <a:xfrm>
            <a:off x="1032609" y="890807"/>
            <a:ext cx="5481554" cy="4113237"/>
            <a:chOff x="6350" y="6350"/>
            <a:chExt cx="8903970" cy="6681343"/>
          </a:xfrm>
        </p:grpSpPr>
        <p:sp>
          <p:nvSpPr>
            <p:cNvPr id="133" name="Google Shape;133;p5"/>
            <p:cNvSpPr/>
            <p:nvPr/>
          </p:nvSpPr>
          <p:spPr>
            <a:xfrm>
              <a:off x="155575" y="155575"/>
              <a:ext cx="8605520" cy="6382893"/>
            </a:xfrm>
            <a:custGeom>
              <a:rect b="b" l="l" r="r" t="t"/>
              <a:pathLst>
                <a:path extrusionOk="0" h="6382893" w="8605520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8953" r="-8953" t="0"/>
              </a:stretch>
            </a:blipFill>
            <a:ln>
              <a:noFill/>
            </a:ln>
          </p:spPr>
        </p:sp>
        <p:sp>
          <p:nvSpPr>
            <p:cNvPr id="134" name="Google Shape;134;p5"/>
            <p:cNvSpPr/>
            <p:nvPr/>
          </p:nvSpPr>
          <p:spPr>
            <a:xfrm>
              <a:off x="6350" y="6350"/>
              <a:ext cx="8903970" cy="6681343"/>
            </a:xfrm>
            <a:custGeom>
              <a:rect b="b" l="l" r="r" t="t"/>
              <a:pathLst>
                <a:path extrusionOk="0" h="6681343" w="8903970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135" name="Google Shape;135;p5"/>
          <p:cNvGrpSpPr/>
          <p:nvPr/>
        </p:nvGrpSpPr>
        <p:grpSpPr>
          <a:xfrm>
            <a:off x="1032609" y="5282955"/>
            <a:ext cx="5481554" cy="4113237"/>
            <a:chOff x="6350" y="6350"/>
            <a:chExt cx="8903970" cy="6681343"/>
          </a:xfrm>
        </p:grpSpPr>
        <p:sp>
          <p:nvSpPr>
            <p:cNvPr id="136" name="Google Shape;136;p5"/>
            <p:cNvSpPr/>
            <p:nvPr/>
          </p:nvSpPr>
          <p:spPr>
            <a:xfrm>
              <a:off x="155575" y="155575"/>
              <a:ext cx="8605520" cy="6382893"/>
            </a:xfrm>
            <a:custGeom>
              <a:rect b="b" l="l" r="r" t="t"/>
              <a:pathLst>
                <a:path extrusionOk="0" h="6382893" w="8605520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17409" l="0" r="0" t="-17409"/>
              </a:stretch>
            </a:blipFill>
            <a:ln>
              <a:noFill/>
            </a:ln>
          </p:spPr>
        </p:sp>
        <p:sp>
          <p:nvSpPr>
            <p:cNvPr id="137" name="Google Shape;137;p5"/>
            <p:cNvSpPr/>
            <p:nvPr/>
          </p:nvSpPr>
          <p:spPr>
            <a:xfrm>
              <a:off x="6350" y="6350"/>
              <a:ext cx="8903970" cy="6681343"/>
            </a:xfrm>
            <a:custGeom>
              <a:rect b="b" l="l" r="r" t="t"/>
              <a:pathLst>
                <a:path extrusionOk="0" h="6681343" w="8903970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138" name="Google Shape;138;p5"/>
          <p:cNvSpPr/>
          <p:nvPr/>
        </p:nvSpPr>
        <p:spPr>
          <a:xfrm>
            <a:off x="13456423" y="778045"/>
            <a:ext cx="3802877" cy="1486579"/>
          </a:xfrm>
          <a:custGeom>
            <a:rect b="b" l="l" r="r" t="t"/>
            <a:pathLst>
              <a:path extrusionOk="0"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5"/>
          <p:cNvSpPr txBox="1"/>
          <p:nvPr/>
        </p:nvSpPr>
        <p:spPr>
          <a:xfrm>
            <a:off x="7470023" y="911400"/>
            <a:ext cx="40281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69">
                <a:latin typeface="Archivo Black"/>
                <a:ea typeface="Archivo Black"/>
                <a:cs typeface="Archivo Black"/>
                <a:sym typeface="Archivo Black"/>
              </a:rPr>
              <a:t>G</a:t>
            </a:r>
            <a:r>
              <a:rPr b="0" i="0" lang="en-US" sz="7469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ithub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12938218" y="412285"/>
            <a:ext cx="43210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05/10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7367246" y="9211484"/>
            <a:ext cx="9892054" cy="339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https://github.com/iastoan/Projeto-do-aplicativo-de-agenda/blob/main/README.md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7223425" y="3130184"/>
            <a:ext cx="10035900" cy="3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OS </a:t>
            </a:r>
            <a:r>
              <a:rPr b="1" lang="en-US" sz="2499"/>
              <a:t>PARTICIPANTES</a:t>
            </a: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SUAS FUNÇÕES SÃO:</a:t>
            </a:r>
            <a:endParaRPr/>
          </a:p>
          <a:p>
            <a:pPr indent="-269873" lvl="1" marL="539748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Gustavo Lucena com c</a:t>
            </a:r>
            <a:r>
              <a:rPr b="1" lang="en-US" sz="2499"/>
              <a:t>ó</a:t>
            </a: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digo da agenda e a função de scrum master,</a:t>
            </a:r>
            <a:endParaRPr/>
          </a:p>
          <a:p>
            <a:pPr indent="-269873" lvl="1" marL="539748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Wan</a:t>
            </a:r>
            <a:r>
              <a:rPr b="1" lang="en-US" sz="2499"/>
              <a:t>d</a:t>
            </a: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erson Santos com a transformação em app e a função de product owner,</a:t>
            </a:r>
            <a:endParaRPr/>
          </a:p>
          <a:p>
            <a:pPr indent="-269873" lvl="1" marL="539748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Caio Em</a:t>
            </a:r>
            <a:r>
              <a:rPr b="1" lang="en-US" sz="2499"/>
              <a:t>í</a:t>
            </a: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lio com c</a:t>
            </a:r>
            <a:r>
              <a:rPr b="1" lang="en-US" sz="2499"/>
              <a:t>ó</a:t>
            </a: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digo de notificação,</a:t>
            </a:r>
            <a:endParaRPr/>
          </a:p>
          <a:p>
            <a:pPr indent="-269873" lvl="1" marL="539748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Yan Abílio com front end,</a:t>
            </a:r>
            <a:endParaRPr/>
          </a:p>
          <a:p>
            <a:pPr indent="-269873" lvl="1" marL="539748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Lucas Alburquerque no codigo de agendamento.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sp>
        <p:nvSpPr>
          <p:cNvPr id="148" name="Google Shape;148;p6"/>
          <p:cNvSpPr/>
          <p:nvPr/>
        </p:nvSpPr>
        <p:spPr>
          <a:xfrm>
            <a:off x="7631911" y="228600"/>
            <a:ext cx="8475064" cy="9829800"/>
          </a:xfrm>
          <a:custGeom>
            <a:rect b="b" l="l" r="r" t="t"/>
            <a:pathLst>
              <a:path extrusionOk="0" h="9829800" w="8475064">
                <a:moveTo>
                  <a:pt x="0" y="0"/>
                </a:moveTo>
                <a:lnTo>
                  <a:pt x="8475064" y="0"/>
                </a:lnTo>
                <a:lnTo>
                  <a:pt x="8475064" y="9829800"/>
                </a:lnTo>
                <a:lnTo>
                  <a:pt x="0" y="9829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64" l="0" r="0" t="-865"/>
            </a:stretch>
          </a:blipFill>
          <a:ln>
            <a:noFill/>
          </a:ln>
        </p:spPr>
      </p:sp>
      <p:pic>
        <p:nvPicPr>
          <p:cNvPr id="149" name="Google Shape;1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5746" y="1657405"/>
            <a:ext cx="4752233" cy="366810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/>
          <p:nvPr/>
        </p:nvSpPr>
        <p:spPr>
          <a:xfrm>
            <a:off x="1028700" y="438150"/>
            <a:ext cx="81153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diagramas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13547818" y="981075"/>
            <a:ext cx="37114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06/10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pic>
        <p:nvPicPr>
          <p:cNvPr id="157" name="Google Shape;15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5746" y="1657405"/>
            <a:ext cx="4752233" cy="366810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/>
          <p:nvPr/>
        </p:nvSpPr>
        <p:spPr>
          <a:xfrm>
            <a:off x="5931585" y="1600200"/>
            <a:ext cx="11733991" cy="8140456"/>
          </a:xfrm>
          <a:custGeom>
            <a:rect b="b" l="l" r="r" t="t"/>
            <a:pathLst>
              <a:path extrusionOk="0" h="8140456" w="11733991">
                <a:moveTo>
                  <a:pt x="0" y="0"/>
                </a:moveTo>
                <a:lnTo>
                  <a:pt x="11733991" y="0"/>
                </a:lnTo>
                <a:lnTo>
                  <a:pt x="11733991" y="8140456"/>
                </a:lnTo>
                <a:lnTo>
                  <a:pt x="0" y="8140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7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07/10</a:t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1028700" y="438150"/>
            <a:ext cx="81153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diagramas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cxnSp>
        <p:nvCxnSpPr>
          <p:cNvPr id="166" name="Google Shape;166;p8"/>
          <p:cNvCxnSpPr/>
          <p:nvPr/>
        </p:nvCxnSpPr>
        <p:spPr>
          <a:xfrm>
            <a:off x="-585133" y="8805859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8"/>
          <p:cNvCxnSpPr/>
          <p:nvPr/>
        </p:nvCxnSpPr>
        <p:spPr>
          <a:xfrm>
            <a:off x="-585133" y="9334500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8"/>
          <p:cNvSpPr txBox="1"/>
          <p:nvPr/>
        </p:nvSpPr>
        <p:spPr>
          <a:xfrm>
            <a:off x="1028700" y="942500"/>
            <a:ext cx="8637326" cy="932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64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retrospectiva</a:t>
            </a:r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08/10</a:t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1028700" y="2946560"/>
            <a:ext cx="16230600" cy="3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Gustavo Cortez: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minhas tarefas nesse splint foi a modificação da língua inglês para a portuguesa com minha maior dificuldade foi entender o local e como ele </a:t>
            </a:r>
            <a:r>
              <a:rPr lang="en-US" sz="2099"/>
              <a:t>funciona</a:t>
            </a: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Wanderson: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Santos nessa Sprint 3 eu e o Yan mesclamos os códigos, a interface dele com o recebimento de E-mails pela biblioteca SMTP.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Yan Abílio: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melhorar a interface do app e a minha dificuldade foi </a:t>
            </a:r>
            <a:r>
              <a:rPr lang="en-US" sz="2099"/>
              <a:t>tentar</a:t>
            </a: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executar o app com as novas cores por causa do flet. </a:t>
            </a: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Caio Emilio: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melhorar o código em enviar os e-mails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cxnSp>
        <p:nvCxnSpPr>
          <p:cNvPr id="176" name="Google Shape;176;p9"/>
          <p:cNvCxnSpPr/>
          <p:nvPr/>
        </p:nvCxnSpPr>
        <p:spPr>
          <a:xfrm>
            <a:off x="-585133" y="8805859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9"/>
          <p:cNvCxnSpPr/>
          <p:nvPr/>
        </p:nvCxnSpPr>
        <p:spPr>
          <a:xfrm>
            <a:off x="-585133" y="9334500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9"/>
          <p:cNvSpPr/>
          <p:nvPr/>
        </p:nvSpPr>
        <p:spPr>
          <a:xfrm>
            <a:off x="2568735" y="7658855"/>
            <a:ext cx="624692" cy="623129"/>
          </a:xfrm>
          <a:custGeom>
            <a:rect b="b" l="l" r="r" t="t"/>
            <a:pathLst>
              <a:path extrusionOk="0"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22459" l="-117864" r="0" t="0"/>
            </a:stretch>
          </a:blipFill>
          <a:ln>
            <a:noFill/>
          </a:ln>
        </p:spPr>
      </p:sp>
      <p:sp>
        <p:nvSpPr>
          <p:cNvPr id="179" name="Google Shape;179;p9"/>
          <p:cNvSpPr/>
          <p:nvPr/>
        </p:nvSpPr>
        <p:spPr>
          <a:xfrm>
            <a:off x="6744014" y="7658855"/>
            <a:ext cx="624692" cy="623129"/>
          </a:xfrm>
          <a:custGeom>
            <a:rect b="b" l="l" r="r" t="t"/>
            <a:pathLst>
              <a:path extrusionOk="0"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22459" l="-117864" r="0" t="0"/>
            </a:stretch>
          </a:blipFill>
          <a:ln>
            <a:noFill/>
          </a:ln>
        </p:spPr>
      </p:sp>
      <p:sp>
        <p:nvSpPr>
          <p:cNvPr id="180" name="Google Shape;180;p9"/>
          <p:cNvSpPr/>
          <p:nvPr/>
        </p:nvSpPr>
        <p:spPr>
          <a:xfrm>
            <a:off x="10919293" y="7658855"/>
            <a:ext cx="624692" cy="623129"/>
          </a:xfrm>
          <a:custGeom>
            <a:rect b="b" l="l" r="r" t="t"/>
            <a:pathLst>
              <a:path extrusionOk="0"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22459" l="-117864" r="0" t="0"/>
            </a:stretch>
          </a:blipFill>
          <a:ln>
            <a:noFill/>
          </a:ln>
        </p:spPr>
      </p:sp>
      <p:sp>
        <p:nvSpPr>
          <p:cNvPr id="181" name="Google Shape;181;p9"/>
          <p:cNvSpPr/>
          <p:nvPr/>
        </p:nvSpPr>
        <p:spPr>
          <a:xfrm>
            <a:off x="15094572" y="7658855"/>
            <a:ext cx="624692" cy="623129"/>
          </a:xfrm>
          <a:custGeom>
            <a:rect b="b" l="l" r="r" t="t"/>
            <a:pathLst>
              <a:path extrusionOk="0"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22459" l="-117864" r="0" t="0"/>
            </a:stretch>
          </a:blipFill>
          <a:ln>
            <a:noFill/>
          </a:ln>
        </p:spPr>
      </p:sp>
      <p:sp>
        <p:nvSpPr>
          <p:cNvPr id="182" name="Google Shape;182;p9"/>
          <p:cNvSpPr txBox="1"/>
          <p:nvPr/>
        </p:nvSpPr>
        <p:spPr>
          <a:xfrm>
            <a:off x="5542303" y="683473"/>
            <a:ext cx="7203393" cy="785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requisitos</a:t>
            </a:r>
            <a:endParaRPr/>
          </a:p>
        </p:txBody>
      </p:sp>
      <p:sp>
        <p:nvSpPr>
          <p:cNvPr id="183" name="Google Shape;183;p9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09/10</a:t>
            </a:r>
            <a:endParaRPr/>
          </a:p>
        </p:txBody>
      </p:sp>
      <p:sp>
        <p:nvSpPr>
          <p:cNvPr id="184" name="Google Shape;184;p9"/>
          <p:cNvSpPr txBox="1"/>
          <p:nvPr/>
        </p:nvSpPr>
        <p:spPr>
          <a:xfrm>
            <a:off x="791537" y="2032810"/>
            <a:ext cx="3931704" cy="3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Gustavo Cortez</a:t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4656375" y="2032810"/>
            <a:ext cx="4175279" cy="3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Wanderson Santos</a:t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1250509" y="2662913"/>
            <a:ext cx="3261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meu requisito foi nesse sp</a:t>
            </a:r>
            <a:r>
              <a:rPr lang="en-US" sz="1901"/>
              <a:t>r</a:t>
            </a:r>
            <a:r>
              <a:rPr b="0" i="0" lang="en-US" sz="19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foi a modificação da </a:t>
            </a:r>
            <a:r>
              <a:rPr lang="en-US" sz="1901"/>
              <a:t>língua</a:t>
            </a:r>
            <a:r>
              <a:rPr b="0" i="0" lang="en-US" sz="19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ingles para </a:t>
            </a:r>
            <a:r>
              <a:rPr lang="en-US" sz="1901"/>
              <a:t>o</a:t>
            </a:r>
            <a:r>
              <a:rPr b="0" i="0" lang="en-US" sz="19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portugues com essa parte sendo feita com a minha </a:t>
            </a:r>
            <a:r>
              <a:rPr lang="en-US" sz="1901"/>
              <a:t>pendência</a:t>
            </a:r>
            <a:r>
              <a:rPr b="0" i="0" lang="en-US" sz="19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sendo o alongamento dos nomes dos dias da semana com eu não conseguido terminar. 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5113442" y="2662913"/>
            <a:ext cx="3261144" cy="2660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nosso objetivo era implementar o SMS, mas o serviço requer fundos, e outra implementação que estamos planejando é a repetição de eventos (como minuto a minuto e de hora em hora).</a:t>
            </a:r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9144000" y="2032810"/>
            <a:ext cx="4114584" cy="3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Yan Abílio</a:t>
            </a:r>
            <a:endParaRPr/>
          </a:p>
        </p:txBody>
      </p:sp>
      <p:sp>
        <p:nvSpPr>
          <p:cNvPr id="189" name="Google Shape;189;p9"/>
          <p:cNvSpPr txBox="1"/>
          <p:nvPr/>
        </p:nvSpPr>
        <p:spPr>
          <a:xfrm>
            <a:off x="9484552" y="2662913"/>
            <a:ext cx="3261144" cy="1655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meus requisitos: não falta nada pra mim eu ia decorar mais o app na minha parte do sprint 3 eu atualizei os diagramas.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13258584" y="2032810"/>
            <a:ext cx="4053624" cy="3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Caio Emilio</a:t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13654824" y="2662913"/>
            <a:ext cx="3261000" cy="11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Meu requisitos: pra mim foi apresentar e cuidar de alguns </a:t>
            </a:r>
            <a:r>
              <a:rPr lang="en-US" sz="1901"/>
              <a:t>códigos</a:t>
            </a:r>
            <a:r>
              <a:rPr b="0" i="0" lang="en-US" sz="19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sp>
        <p:nvSpPr>
          <p:cNvPr id="197" name="Google Shape;197;p10"/>
          <p:cNvSpPr txBox="1"/>
          <p:nvPr/>
        </p:nvSpPr>
        <p:spPr>
          <a:xfrm>
            <a:off x="1028700" y="3614676"/>
            <a:ext cx="153447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72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obrigado pela </a:t>
            </a:r>
            <a:r>
              <a:rPr lang="en-US" sz="12372">
                <a:latin typeface="Archivo Black"/>
                <a:ea typeface="Archivo Black"/>
                <a:cs typeface="Archivo Black"/>
                <a:sym typeface="Archivo Black"/>
              </a:rPr>
              <a:t>atenção</a:t>
            </a:r>
            <a:endParaRPr/>
          </a:p>
        </p:txBody>
      </p:sp>
      <p:sp>
        <p:nvSpPr>
          <p:cNvPr id="198" name="Google Shape;198;p10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10/10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